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5035E-5771-29FC-B428-EE549934D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C38B37-2E13-0024-E265-E1AF820DD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09BDFB-07A9-98F0-1CE6-D2657C8C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893CB5-0DD1-D322-7F2D-8E7FCE3F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E270CB-2A22-70A2-9051-57FBF546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11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5F24F-DCBF-31C3-BD43-E798E9D4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2D6AD7-0713-9328-A3A4-B2D659A97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CCC2B-FD21-897C-6B2B-EAA9142A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6545C4-12B4-9E23-7087-779BD0A3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43560-398B-B77F-2A42-796F47A2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48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71E6D-DA9D-E650-A282-07AA115C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DB401A-7C20-D927-E9AB-14289367C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586BE-A579-0F50-933E-35A45EC6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1D5C9-F96E-A265-A7A3-945191FA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B85EBF-0B5E-D20B-8A53-D4C0C9A1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93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BE5AD5-278E-1137-8243-92E78CE0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991C3D-DB32-F97B-B099-C96F14825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C4B0EF-664B-9755-F58C-64B34DA8A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3C0AC1-822E-24C3-B27C-7E11A2D2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8ECF6-F4BA-555F-0389-6A72A1F9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236C4D-59A4-381B-8983-76F618A2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21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49946-7904-D0FB-71C6-5C4EB47C0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0B8DCC-7A71-DBC6-43BC-D75F45202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59B2EC-83FF-7787-8E79-FEBE3C4A3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95E107-A778-2FD6-4DA4-A897713E3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2842B4-867B-66AE-0B6E-7B89B1D5D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C494DB2-3A36-8F94-5214-7D73B00C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F21D5C4-BBF2-7491-3283-A151A780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96B7951-DBAA-CEC6-0ABA-FCDE2989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9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ACA0B-FFE6-11CB-77CD-567CFBC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905CC82-5E4C-73E3-079F-525E8BCC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BB5C3E-1DC5-318F-B225-BF298134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A1E283-63EE-1155-BDFA-4A35B21B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29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B3DBA0-C018-EC52-ED59-999AC65F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53C320-CF46-6906-2BE4-1D04DEAC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213E54-B539-AF10-32AE-5F7CBFDA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18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66F5A-8ABB-0D2B-D995-0C1C1FD4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218691-873F-F3FB-7D5F-5DC94196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7907DD-C1E4-7F19-7AD6-9E3D680BC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E02747-9B86-2355-2439-0C04E03A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64EFB1-5F1A-F8B0-73F5-9E23790F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297618-A684-E87B-7AFB-C998AB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26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53FFDB-A4A1-3A78-3036-3D6ABF19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CD1C2F-029A-D5D3-CFD7-C757317B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C68E16-F7D8-3311-5383-7F9CCE29D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885373-7D58-68D7-E763-D8A92511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72155A-84F7-6714-FC35-8766C147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DFADAB-CBC1-07C3-0F6E-11561289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556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29723-87DD-C280-DF61-7E774A68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71570F-86E5-0D2C-EF26-32005BAD9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65679-E5CD-CE05-ACC1-8697642C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9A804-BDE6-778A-212F-62DAF453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0B6E8-37EA-FA49-AEC6-C6AF72A7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27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D9884A-0232-DFE0-AA8E-BF8ACE341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33EB8C-7058-74D3-5410-84914617F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EA84E6-D3FA-F9EF-C647-2D5661F7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41BA2-15D6-C6F6-14EB-517792EC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28A047-814B-5954-CA82-FBB6132B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20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1BDE9E-F243-2401-C9F9-3DF62078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55996A-0452-09BE-1B11-B5CB4A322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DC430B-C6CC-A062-DE1B-92044FBB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F6F3A-4B5D-4522-9C07-38EE3AD55C43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F726B9-339A-F195-D70B-279527A30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BA974-5423-887C-7DBD-49BC4F2CC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98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CFAF8-2DEF-C39C-CFFC-88738FAC4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卒業制作ゼミ　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164BC0-718D-501F-7C6F-57627EB76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WEB</a:t>
            </a:r>
            <a:r>
              <a:rPr lang="ja-JP" altLang="en-US" sz="2400" dirty="0"/>
              <a:t>クリエイター学科　</a:t>
            </a:r>
            <a:r>
              <a:rPr kumimoji="1" lang="en-US" altLang="ja-JP" sz="2400" dirty="0"/>
              <a:t>25063</a:t>
            </a:r>
            <a:r>
              <a:rPr kumimoji="1" lang="ja-JP" altLang="en-US" sz="2400" dirty="0"/>
              <a:t>　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新野　浩斗</a:t>
            </a:r>
          </a:p>
        </p:txBody>
      </p:sp>
    </p:spTree>
    <p:extLst>
      <p:ext uri="{BB962C8B-B14F-4D97-AF65-F5344CB8AC3E}">
        <p14:creationId xmlns:p14="http://schemas.microsoft.com/office/powerpoint/2010/main" val="252738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8568593-3C5F-7D9C-DCB4-77C8E858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66088"/>
            <a:ext cx="10905066" cy="392582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7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E43579-2688-8244-6768-0EEACAA4A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597" y="643467"/>
            <a:ext cx="675280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C22E5F1-BC77-90C6-5545-AA94C3311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16365"/>
            <a:ext cx="10905066" cy="542526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2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テーブ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947FF3A-C988-94B9-9562-A05C3D781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404" y="643467"/>
            <a:ext cx="952319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図 4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318016D-EB2A-9D19-BEA4-AC8AC9D13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288857"/>
            <a:ext cx="9664846" cy="210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1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D1275B-FB25-BD56-B9D2-E66DD5FF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ご清聴ありがとうございました。</a:t>
            </a:r>
            <a:endParaRPr kumimoji="1" lang="en-US" altLang="ja-JP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259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2A913D-EFD3-3B2E-427D-08FE0C49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質疑応答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D753AFEC8D8844AA1865EF763A69678" ma:contentTypeVersion="5" ma:contentTypeDescription="新しいドキュメントを作成します。" ma:contentTypeScope="" ma:versionID="a30077aa418dc0795f984f4fe49cb668">
  <xsd:schema xmlns:xsd="http://www.w3.org/2001/XMLSchema" xmlns:xs="http://www.w3.org/2001/XMLSchema" xmlns:p="http://schemas.microsoft.com/office/2006/metadata/properties" xmlns:ns3="3914f22b-4c8e-4d50-bd44-bd07b7238400" targetNamespace="http://schemas.microsoft.com/office/2006/metadata/properties" ma:root="true" ma:fieldsID="13d3406e4472bc7487f3463fafa50dca" ns3:_="">
    <xsd:import namespace="3914f22b-4c8e-4d50-bd44-bd07b72384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14f22b-4c8e-4d50-bd44-bd07b72384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14f22b-4c8e-4d50-bd44-bd07b7238400" xsi:nil="true"/>
  </documentManagement>
</p:properties>
</file>

<file path=customXml/itemProps1.xml><?xml version="1.0" encoding="utf-8"?>
<ds:datastoreItem xmlns:ds="http://schemas.openxmlformats.org/officeDocument/2006/customXml" ds:itemID="{CADE1432-1415-4049-AA1A-4473AEF10A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14f22b-4c8e-4d50-bd44-bd07b72384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E15457-4657-4F04-955B-22F0EDA97F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39F9E3-86A1-43D2-91D2-8FC33AEBE613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3914f22b-4c8e-4d50-bd44-bd07b7238400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18</Words>
  <Application>Microsoft Office PowerPoint</Application>
  <PresentationFormat>ワイド画面</PresentationFormat>
  <Paragraphs>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卒業制作ゼミ　中間発表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ご清聴ありがとうございました。</vt:lpstr>
      <vt:lpstr>質疑応答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新野　浩斗</dc:creator>
  <cp:lastModifiedBy>新野　浩斗</cp:lastModifiedBy>
  <cp:revision>1</cp:revision>
  <dcterms:created xsi:type="dcterms:W3CDTF">2026-07-03T02:57:57Z</dcterms:created>
  <dcterms:modified xsi:type="dcterms:W3CDTF">2026-07-03T03:17:13Z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0x010100FD753AFEC8D8844AA1865EF763A69678</vt:lpwstr>
  </property>
</Properties>
</file>