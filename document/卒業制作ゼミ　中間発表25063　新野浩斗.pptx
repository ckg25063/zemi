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sldIdLst>
    <p:sldId id="256" r:id="rId5"/>
    <p:sldId id="264" r:id="rId6"/>
    <p:sldId id="265" r:id="rId7"/>
    <p:sldId id="266" r:id="rId8"/>
    <p:sldId id="267" r:id="rId9"/>
    <p:sldId id="259" r:id="rId10"/>
    <p:sldId id="269" r:id="rId11"/>
    <p:sldId id="271" r:id="rId12"/>
    <p:sldId id="272" r:id="rId13"/>
    <p:sldId id="273" r:id="rId14"/>
    <p:sldId id="270" r:id="rId15"/>
    <p:sldId id="262" r:id="rId16"/>
    <p:sldId id="263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7E6687-A857-4BF8-838E-09C61C60DE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2D1120-2364-45DB-B1F5-E9F5C637B60A}">
      <dgm:prSet custT="1"/>
      <dgm:spPr/>
      <dgm:t>
        <a:bodyPr/>
        <a:lstStyle/>
        <a:p>
          <a:r>
            <a:rPr kumimoji="1" lang="ja-JP" sz="2400" dirty="0"/>
            <a:t>目的｜</a:t>
          </a:r>
          <a:r>
            <a:rPr lang="ja-JP" sz="2400" dirty="0"/>
            <a:t>運転の楽しさを伝えつつ色々ないい景色があることを伝える</a:t>
          </a:r>
          <a:endParaRPr lang="en-US" sz="2400" dirty="0"/>
        </a:p>
      </dgm:t>
    </dgm:pt>
    <dgm:pt modelId="{54E40A83-0B61-4CC1-B92E-7DC560A9381F}" type="parTrans" cxnId="{DC6B4468-D306-4067-A787-F20CE0E75F0F}">
      <dgm:prSet/>
      <dgm:spPr/>
      <dgm:t>
        <a:bodyPr/>
        <a:lstStyle/>
        <a:p>
          <a:endParaRPr lang="en-US"/>
        </a:p>
      </dgm:t>
    </dgm:pt>
    <dgm:pt modelId="{7370FB77-5EDC-4FDE-87A3-7220ABC38D97}" type="sibTrans" cxnId="{DC6B4468-D306-4067-A787-F20CE0E75F0F}">
      <dgm:prSet/>
      <dgm:spPr/>
      <dgm:t>
        <a:bodyPr/>
        <a:lstStyle/>
        <a:p>
          <a:endParaRPr lang="en-US"/>
        </a:p>
      </dgm:t>
    </dgm:pt>
    <dgm:pt modelId="{53E778B8-5B85-47CD-B2DD-DF41D29F54A8}">
      <dgm:prSet custT="1"/>
      <dgm:spPr/>
      <dgm:t>
        <a:bodyPr/>
        <a:lstStyle/>
        <a:p>
          <a:r>
            <a:rPr lang="ja-JP" sz="2400" b="1" dirty="0"/>
            <a:t>背景</a:t>
          </a:r>
          <a:r>
            <a:rPr lang="ja-JP" sz="2400" dirty="0"/>
            <a:t>｜運転の楽しさを伝えたい</a:t>
          </a:r>
          <a:endParaRPr lang="en-US" sz="2400" dirty="0"/>
        </a:p>
      </dgm:t>
    </dgm:pt>
    <dgm:pt modelId="{3A8A6794-CF2C-4D1B-B042-1ABC82C1D3E4}" type="parTrans" cxnId="{59C5C2DB-D5E3-47BC-9D1C-BCD240FB7F38}">
      <dgm:prSet/>
      <dgm:spPr/>
      <dgm:t>
        <a:bodyPr/>
        <a:lstStyle/>
        <a:p>
          <a:endParaRPr lang="en-US"/>
        </a:p>
      </dgm:t>
    </dgm:pt>
    <dgm:pt modelId="{154E4F5F-C808-4FC9-8EFA-30B7753E9EC1}" type="sibTrans" cxnId="{59C5C2DB-D5E3-47BC-9D1C-BCD240FB7F38}">
      <dgm:prSet/>
      <dgm:spPr/>
      <dgm:t>
        <a:bodyPr/>
        <a:lstStyle/>
        <a:p>
          <a:endParaRPr lang="en-US"/>
        </a:p>
      </dgm:t>
    </dgm:pt>
    <dgm:pt modelId="{5D4C41A5-E850-4C54-A561-775EB0DB4EF4}">
      <dgm:prSet custT="1"/>
      <dgm:spPr/>
      <dgm:t>
        <a:bodyPr/>
        <a:lstStyle/>
        <a:p>
          <a:r>
            <a:rPr lang="ja-JP" sz="1400" b="1" dirty="0"/>
            <a:t>ターゲット</a:t>
          </a:r>
          <a:r>
            <a:rPr lang="ja-JP" sz="1400" dirty="0"/>
            <a:t>｜最近自動車に興味を持ち始めた人</a:t>
          </a:r>
          <a:endParaRPr lang="en-US" altLang="ja-JP" sz="1400" dirty="0"/>
        </a:p>
        <a:p>
          <a:r>
            <a:rPr lang="ja-JP" sz="1400" dirty="0"/>
            <a:t>免許をとってドライブに行きたい人</a:t>
          </a:r>
          <a:endParaRPr lang="en-US" sz="1400" dirty="0"/>
        </a:p>
        <a:p>
          <a:r>
            <a:rPr lang="ja-JP" sz="1400" dirty="0"/>
            <a:t>景色みるのが好きな人</a:t>
          </a:r>
          <a:endParaRPr lang="en-US" sz="1400" dirty="0"/>
        </a:p>
        <a:p>
          <a:r>
            <a:rPr lang="ja-JP" sz="1400" dirty="0"/>
            <a:t>写真撮影することが好きな人</a:t>
          </a:r>
          <a:endParaRPr lang="en-US" sz="1400" dirty="0"/>
        </a:p>
      </dgm:t>
    </dgm:pt>
    <dgm:pt modelId="{A4F2DAF2-F1A0-4760-957A-2D58520AEED4}" type="parTrans" cxnId="{DCC493BE-FB86-4F7E-A28B-49FF1B317E2C}">
      <dgm:prSet/>
      <dgm:spPr/>
      <dgm:t>
        <a:bodyPr/>
        <a:lstStyle/>
        <a:p>
          <a:endParaRPr lang="en-US"/>
        </a:p>
      </dgm:t>
    </dgm:pt>
    <dgm:pt modelId="{2420D0FE-5DA2-4C13-84F9-A682E5FADD12}" type="sibTrans" cxnId="{DCC493BE-FB86-4F7E-A28B-49FF1B317E2C}">
      <dgm:prSet/>
      <dgm:spPr/>
      <dgm:t>
        <a:bodyPr/>
        <a:lstStyle/>
        <a:p>
          <a:endParaRPr lang="en-US"/>
        </a:p>
      </dgm:t>
    </dgm:pt>
    <dgm:pt modelId="{B783DAA4-BF7D-43BA-ABC1-259D83B7AA48}">
      <dgm:prSet/>
      <dgm:spPr/>
      <dgm:t>
        <a:bodyPr/>
        <a:lstStyle/>
        <a:p>
          <a:endParaRPr lang="en-US" dirty="0"/>
        </a:p>
      </dgm:t>
    </dgm:pt>
    <dgm:pt modelId="{7E3128BE-D451-4F7E-A695-FC4C58A69E18}" type="parTrans" cxnId="{D01D316A-6307-42E2-8FB9-B2CA06FBA09E}">
      <dgm:prSet/>
      <dgm:spPr/>
      <dgm:t>
        <a:bodyPr/>
        <a:lstStyle/>
        <a:p>
          <a:endParaRPr lang="en-US"/>
        </a:p>
      </dgm:t>
    </dgm:pt>
    <dgm:pt modelId="{E6A139C2-9DD7-477B-8653-24D47106E5CC}" type="sibTrans" cxnId="{D01D316A-6307-42E2-8FB9-B2CA06FBA09E}">
      <dgm:prSet/>
      <dgm:spPr/>
      <dgm:t>
        <a:bodyPr/>
        <a:lstStyle/>
        <a:p>
          <a:endParaRPr lang="en-US"/>
        </a:p>
      </dgm:t>
    </dgm:pt>
    <dgm:pt modelId="{25C5DE54-7834-40BC-8005-E2354C38F9CA}" type="pres">
      <dgm:prSet presAssocID="{A37E6687-A857-4BF8-838E-09C61C60DE12}" presName="linear" presStyleCnt="0">
        <dgm:presLayoutVars>
          <dgm:animLvl val="lvl"/>
          <dgm:resizeHandles val="exact"/>
        </dgm:presLayoutVars>
      </dgm:prSet>
      <dgm:spPr/>
    </dgm:pt>
    <dgm:pt modelId="{D8641560-A70D-433E-A18C-7C10BFBF6561}" type="pres">
      <dgm:prSet presAssocID="{662D1120-2364-45DB-B1F5-E9F5C637B60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B1E2542-BCC0-4720-B95D-D5484EBC0E58}" type="pres">
      <dgm:prSet presAssocID="{7370FB77-5EDC-4FDE-87A3-7220ABC38D97}" presName="spacer" presStyleCnt="0"/>
      <dgm:spPr/>
    </dgm:pt>
    <dgm:pt modelId="{2F9CF5F6-35C1-40BA-B283-7A78F8B6B8DB}" type="pres">
      <dgm:prSet presAssocID="{53E778B8-5B85-47CD-B2DD-DF41D29F54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FE0C6B9-FCF1-45C5-8AFC-86C302E91ECE}" type="pres">
      <dgm:prSet presAssocID="{154E4F5F-C808-4FC9-8EFA-30B7753E9EC1}" presName="spacer" presStyleCnt="0"/>
      <dgm:spPr/>
    </dgm:pt>
    <dgm:pt modelId="{85811196-029D-47BE-902F-D2C5078E5889}" type="pres">
      <dgm:prSet presAssocID="{5D4C41A5-E850-4C54-A561-775EB0DB4EF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834B7F2-095F-41BB-9917-94C2CA2F447A}" type="pres">
      <dgm:prSet presAssocID="{5D4C41A5-E850-4C54-A561-775EB0DB4EF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13F1021-AB0A-491C-A9A9-F02E8172488F}" type="presOf" srcId="{B783DAA4-BF7D-43BA-ABC1-259D83B7AA48}" destId="{3834B7F2-095F-41BB-9917-94C2CA2F447A}" srcOrd="0" destOrd="0" presId="urn:microsoft.com/office/officeart/2005/8/layout/vList2"/>
    <dgm:cxn modelId="{DC6B4468-D306-4067-A787-F20CE0E75F0F}" srcId="{A37E6687-A857-4BF8-838E-09C61C60DE12}" destId="{662D1120-2364-45DB-B1F5-E9F5C637B60A}" srcOrd="0" destOrd="0" parTransId="{54E40A83-0B61-4CC1-B92E-7DC560A9381F}" sibTransId="{7370FB77-5EDC-4FDE-87A3-7220ABC38D97}"/>
    <dgm:cxn modelId="{D01D316A-6307-42E2-8FB9-B2CA06FBA09E}" srcId="{5D4C41A5-E850-4C54-A561-775EB0DB4EF4}" destId="{B783DAA4-BF7D-43BA-ABC1-259D83B7AA48}" srcOrd="0" destOrd="0" parTransId="{7E3128BE-D451-4F7E-A695-FC4C58A69E18}" sibTransId="{E6A139C2-9DD7-477B-8653-24D47106E5CC}"/>
    <dgm:cxn modelId="{704EA56A-633D-4C50-B04A-D8FEA26E9F93}" type="presOf" srcId="{53E778B8-5B85-47CD-B2DD-DF41D29F54A8}" destId="{2F9CF5F6-35C1-40BA-B283-7A78F8B6B8DB}" srcOrd="0" destOrd="0" presId="urn:microsoft.com/office/officeart/2005/8/layout/vList2"/>
    <dgm:cxn modelId="{F2CB7F80-5D26-4195-B58D-FC2A1DF1DC2A}" type="presOf" srcId="{5D4C41A5-E850-4C54-A561-775EB0DB4EF4}" destId="{85811196-029D-47BE-902F-D2C5078E5889}" srcOrd="0" destOrd="0" presId="urn:microsoft.com/office/officeart/2005/8/layout/vList2"/>
    <dgm:cxn modelId="{FEB80C85-EE39-4600-B903-B3D727842CEA}" type="presOf" srcId="{662D1120-2364-45DB-B1F5-E9F5C637B60A}" destId="{D8641560-A70D-433E-A18C-7C10BFBF6561}" srcOrd="0" destOrd="0" presId="urn:microsoft.com/office/officeart/2005/8/layout/vList2"/>
    <dgm:cxn modelId="{37E3E5B8-EF1C-47D4-9E00-61DE43A0CE77}" type="presOf" srcId="{A37E6687-A857-4BF8-838E-09C61C60DE12}" destId="{25C5DE54-7834-40BC-8005-E2354C38F9CA}" srcOrd="0" destOrd="0" presId="urn:microsoft.com/office/officeart/2005/8/layout/vList2"/>
    <dgm:cxn modelId="{DCC493BE-FB86-4F7E-A28B-49FF1B317E2C}" srcId="{A37E6687-A857-4BF8-838E-09C61C60DE12}" destId="{5D4C41A5-E850-4C54-A561-775EB0DB4EF4}" srcOrd="2" destOrd="0" parTransId="{A4F2DAF2-F1A0-4760-957A-2D58520AEED4}" sibTransId="{2420D0FE-5DA2-4C13-84F9-A682E5FADD12}"/>
    <dgm:cxn modelId="{59C5C2DB-D5E3-47BC-9D1C-BCD240FB7F38}" srcId="{A37E6687-A857-4BF8-838E-09C61C60DE12}" destId="{53E778B8-5B85-47CD-B2DD-DF41D29F54A8}" srcOrd="1" destOrd="0" parTransId="{3A8A6794-CF2C-4D1B-B042-1ABC82C1D3E4}" sibTransId="{154E4F5F-C808-4FC9-8EFA-30B7753E9EC1}"/>
    <dgm:cxn modelId="{0413303B-8C33-4FC7-B00B-CC58091F373C}" type="presParOf" srcId="{25C5DE54-7834-40BC-8005-E2354C38F9CA}" destId="{D8641560-A70D-433E-A18C-7C10BFBF6561}" srcOrd="0" destOrd="0" presId="urn:microsoft.com/office/officeart/2005/8/layout/vList2"/>
    <dgm:cxn modelId="{9661FB31-C398-4FA2-9EEE-900A27227709}" type="presParOf" srcId="{25C5DE54-7834-40BC-8005-E2354C38F9CA}" destId="{8B1E2542-BCC0-4720-B95D-D5484EBC0E58}" srcOrd="1" destOrd="0" presId="urn:microsoft.com/office/officeart/2005/8/layout/vList2"/>
    <dgm:cxn modelId="{0F028377-278A-4B1D-96D8-9F843CC61159}" type="presParOf" srcId="{25C5DE54-7834-40BC-8005-E2354C38F9CA}" destId="{2F9CF5F6-35C1-40BA-B283-7A78F8B6B8DB}" srcOrd="2" destOrd="0" presId="urn:microsoft.com/office/officeart/2005/8/layout/vList2"/>
    <dgm:cxn modelId="{7CA241E1-4579-4740-95DE-57234B02A0C9}" type="presParOf" srcId="{25C5DE54-7834-40BC-8005-E2354C38F9CA}" destId="{6FE0C6B9-FCF1-45C5-8AFC-86C302E91ECE}" srcOrd="3" destOrd="0" presId="urn:microsoft.com/office/officeart/2005/8/layout/vList2"/>
    <dgm:cxn modelId="{C20B2DC1-7ED2-482B-870C-E3EAF4A74F1A}" type="presParOf" srcId="{25C5DE54-7834-40BC-8005-E2354C38F9CA}" destId="{85811196-029D-47BE-902F-D2C5078E5889}" srcOrd="4" destOrd="0" presId="urn:microsoft.com/office/officeart/2005/8/layout/vList2"/>
    <dgm:cxn modelId="{1FA0BFE4-144D-41C4-96B2-39D84184B183}" type="presParOf" srcId="{25C5DE54-7834-40BC-8005-E2354C38F9CA}" destId="{3834B7F2-095F-41BB-9917-94C2CA2F447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7E6687-A857-4BF8-838E-09C61C60DE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2D1120-2364-45DB-B1F5-E9F5C637B60A}">
      <dgm:prSet custT="1"/>
      <dgm:spPr/>
      <dgm:t>
        <a:bodyPr/>
        <a:lstStyle/>
        <a:p>
          <a:r>
            <a:rPr kumimoji="1" lang="ja-JP" sz="2400" dirty="0"/>
            <a:t>目的｜</a:t>
          </a:r>
          <a:r>
            <a:rPr kumimoji="1" lang="ja-JP" altLang="en-US" sz="2400" dirty="0"/>
            <a:t>祖母の地元の祭りを知ってほしい</a:t>
          </a:r>
          <a:endParaRPr lang="en-US" sz="2400" dirty="0"/>
        </a:p>
      </dgm:t>
    </dgm:pt>
    <dgm:pt modelId="{54E40A83-0B61-4CC1-B92E-7DC560A9381F}" type="parTrans" cxnId="{DC6B4468-D306-4067-A787-F20CE0E75F0F}">
      <dgm:prSet/>
      <dgm:spPr/>
      <dgm:t>
        <a:bodyPr/>
        <a:lstStyle/>
        <a:p>
          <a:endParaRPr lang="en-US"/>
        </a:p>
      </dgm:t>
    </dgm:pt>
    <dgm:pt modelId="{7370FB77-5EDC-4FDE-87A3-7220ABC38D97}" type="sibTrans" cxnId="{DC6B4468-D306-4067-A787-F20CE0E75F0F}">
      <dgm:prSet/>
      <dgm:spPr/>
      <dgm:t>
        <a:bodyPr/>
        <a:lstStyle/>
        <a:p>
          <a:endParaRPr lang="en-US"/>
        </a:p>
      </dgm:t>
    </dgm:pt>
    <dgm:pt modelId="{25C5DE54-7834-40BC-8005-E2354C38F9CA}" type="pres">
      <dgm:prSet presAssocID="{A37E6687-A857-4BF8-838E-09C61C60DE12}" presName="linear" presStyleCnt="0">
        <dgm:presLayoutVars>
          <dgm:animLvl val="lvl"/>
          <dgm:resizeHandles val="exact"/>
        </dgm:presLayoutVars>
      </dgm:prSet>
      <dgm:spPr/>
    </dgm:pt>
    <dgm:pt modelId="{D8641560-A70D-433E-A18C-7C10BFBF6561}" type="pres">
      <dgm:prSet presAssocID="{662D1120-2364-45DB-B1F5-E9F5C637B60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C6B4468-D306-4067-A787-F20CE0E75F0F}" srcId="{A37E6687-A857-4BF8-838E-09C61C60DE12}" destId="{662D1120-2364-45DB-B1F5-E9F5C637B60A}" srcOrd="0" destOrd="0" parTransId="{54E40A83-0B61-4CC1-B92E-7DC560A9381F}" sibTransId="{7370FB77-5EDC-4FDE-87A3-7220ABC38D97}"/>
    <dgm:cxn modelId="{FEB80C85-EE39-4600-B903-B3D727842CEA}" type="presOf" srcId="{662D1120-2364-45DB-B1F5-E9F5C637B60A}" destId="{D8641560-A70D-433E-A18C-7C10BFBF6561}" srcOrd="0" destOrd="0" presId="urn:microsoft.com/office/officeart/2005/8/layout/vList2"/>
    <dgm:cxn modelId="{37E3E5B8-EF1C-47D4-9E00-61DE43A0CE77}" type="presOf" srcId="{A37E6687-A857-4BF8-838E-09C61C60DE12}" destId="{25C5DE54-7834-40BC-8005-E2354C38F9CA}" srcOrd="0" destOrd="0" presId="urn:microsoft.com/office/officeart/2005/8/layout/vList2"/>
    <dgm:cxn modelId="{0413303B-8C33-4FC7-B00B-CC58091F373C}" type="presParOf" srcId="{25C5DE54-7834-40BC-8005-E2354C38F9CA}" destId="{D8641560-A70D-433E-A18C-7C10BFBF65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D8F2AB-8BD8-4FF6-A7D8-D307FE047E1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1ABE55-47D3-4913-9F63-48DE8405B9DC}">
      <dgm:prSet/>
      <dgm:spPr/>
      <dgm:t>
        <a:bodyPr/>
        <a:lstStyle/>
        <a:p>
          <a:r>
            <a:rPr kumimoji="1" lang="ja-JP" dirty="0"/>
            <a:t>祭りの歴史</a:t>
          </a:r>
          <a:r>
            <a:rPr kumimoji="1" lang="ja-JP" altLang="en-US" dirty="0"/>
            <a:t>に</a:t>
          </a:r>
          <a:r>
            <a:rPr kumimoji="1" lang="ja-JP" dirty="0"/>
            <a:t>ついて</a:t>
          </a:r>
          <a:endParaRPr lang="en-US" dirty="0"/>
        </a:p>
      </dgm:t>
    </dgm:pt>
    <dgm:pt modelId="{85D9BDDC-2D48-47AD-90AA-CE577706BCF9}" type="parTrans" cxnId="{79AC5890-B1E4-4978-B9CC-58CDE6F9A95A}">
      <dgm:prSet/>
      <dgm:spPr/>
      <dgm:t>
        <a:bodyPr/>
        <a:lstStyle/>
        <a:p>
          <a:endParaRPr lang="en-US"/>
        </a:p>
      </dgm:t>
    </dgm:pt>
    <dgm:pt modelId="{EB137522-635C-4AF8-A441-27656D9F3955}" type="sibTrans" cxnId="{79AC5890-B1E4-4978-B9CC-58CDE6F9A95A}">
      <dgm:prSet/>
      <dgm:spPr/>
      <dgm:t>
        <a:bodyPr/>
        <a:lstStyle/>
        <a:p>
          <a:endParaRPr lang="en-US"/>
        </a:p>
      </dgm:t>
    </dgm:pt>
    <dgm:pt modelId="{42F26945-58BA-4518-8027-16A7DE4B991F}">
      <dgm:prSet/>
      <dgm:spPr/>
      <dgm:t>
        <a:bodyPr/>
        <a:lstStyle/>
        <a:p>
          <a:r>
            <a:rPr kumimoji="1" lang="ja-JP" altLang="en-US" dirty="0"/>
            <a:t>製作中画像を一</a:t>
          </a:r>
          <a:r>
            <a:rPr kumimoji="1" lang="ja-JP" dirty="0"/>
            <a:t>、二枚ほど画像を</a:t>
          </a:r>
          <a:r>
            <a:rPr kumimoji="1" lang="ja-JP" altLang="en-US" dirty="0"/>
            <a:t>はる</a:t>
          </a:r>
          <a:endParaRPr lang="en-US" dirty="0"/>
        </a:p>
      </dgm:t>
    </dgm:pt>
    <dgm:pt modelId="{7E4C2488-01E7-4B2C-A9F7-6CB57D435862}" type="parTrans" cxnId="{C39DD7EF-44F6-4A29-93D2-FBB7F28F2970}">
      <dgm:prSet/>
      <dgm:spPr/>
      <dgm:t>
        <a:bodyPr/>
        <a:lstStyle/>
        <a:p>
          <a:endParaRPr lang="en-US"/>
        </a:p>
      </dgm:t>
    </dgm:pt>
    <dgm:pt modelId="{4BD19CA1-AD75-4886-95D4-9A58568B3014}" type="sibTrans" cxnId="{C39DD7EF-44F6-4A29-93D2-FBB7F28F2970}">
      <dgm:prSet/>
      <dgm:spPr/>
      <dgm:t>
        <a:bodyPr/>
        <a:lstStyle/>
        <a:p>
          <a:endParaRPr lang="en-US"/>
        </a:p>
      </dgm:t>
    </dgm:pt>
    <dgm:pt modelId="{FDC6682F-8088-471C-8C9F-566230C6420E}">
      <dgm:prSet/>
      <dgm:spPr/>
      <dgm:t>
        <a:bodyPr/>
        <a:lstStyle/>
        <a:p>
          <a:r>
            <a:rPr kumimoji="1" lang="ja-JP" altLang="en-US" dirty="0"/>
            <a:t>祭り当日</a:t>
          </a:r>
          <a:r>
            <a:rPr kumimoji="1" lang="ja-JP" dirty="0"/>
            <a:t>写真もきさいする</a:t>
          </a:r>
          <a:r>
            <a:rPr kumimoji="1" lang="ja-JP" altLang="en-US" dirty="0"/>
            <a:t>（開催日、マップも）</a:t>
          </a:r>
          <a:endParaRPr lang="en-US" dirty="0"/>
        </a:p>
      </dgm:t>
    </dgm:pt>
    <dgm:pt modelId="{EC5CDBFA-A018-4BB7-8882-0F52A7FC7EFB}" type="parTrans" cxnId="{778949D9-2A64-4BBA-BF48-F5E76265306A}">
      <dgm:prSet/>
      <dgm:spPr/>
      <dgm:t>
        <a:bodyPr/>
        <a:lstStyle/>
        <a:p>
          <a:endParaRPr lang="en-US"/>
        </a:p>
      </dgm:t>
    </dgm:pt>
    <dgm:pt modelId="{B2263ECD-5260-47DE-A98D-129ADD01F93E}" type="sibTrans" cxnId="{778949D9-2A64-4BBA-BF48-F5E76265306A}">
      <dgm:prSet/>
      <dgm:spPr/>
      <dgm:t>
        <a:bodyPr/>
        <a:lstStyle/>
        <a:p>
          <a:endParaRPr lang="en-US"/>
        </a:p>
      </dgm:t>
    </dgm:pt>
    <dgm:pt modelId="{657C15C1-4F26-49F9-B89E-B48FA80E8559}" type="pres">
      <dgm:prSet presAssocID="{D6D8F2AB-8BD8-4FF6-A7D8-D307FE047E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27A2383-5B6C-464B-986A-58E028CC17CB}" type="pres">
      <dgm:prSet presAssocID="{B31ABE55-47D3-4913-9F63-48DE8405B9DC}" presName="hierRoot1" presStyleCnt="0"/>
      <dgm:spPr/>
    </dgm:pt>
    <dgm:pt modelId="{41225AC9-1742-408C-8D5B-070A5EDDDB49}" type="pres">
      <dgm:prSet presAssocID="{B31ABE55-47D3-4913-9F63-48DE8405B9DC}" presName="composite" presStyleCnt="0"/>
      <dgm:spPr/>
    </dgm:pt>
    <dgm:pt modelId="{2126327B-273B-4A53-8B87-F85D9EB4891F}" type="pres">
      <dgm:prSet presAssocID="{B31ABE55-47D3-4913-9F63-48DE8405B9DC}" presName="background" presStyleLbl="node0" presStyleIdx="0" presStyleCnt="3"/>
      <dgm:spPr/>
    </dgm:pt>
    <dgm:pt modelId="{79040167-C8CB-4F5F-9CDC-44564544C560}" type="pres">
      <dgm:prSet presAssocID="{B31ABE55-47D3-4913-9F63-48DE8405B9DC}" presName="text" presStyleLbl="fgAcc0" presStyleIdx="0" presStyleCnt="3">
        <dgm:presLayoutVars>
          <dgm:chPref val="3"/>
        </dgm:presLayoutVars>
      </dgm:prSet>
      <dgm:spPr/>
    </dgm:pt>
    <dgm:pt modelId="{963CC448-FDC4-4BB9-BD9F-3D217D4BFC0F}" type="pres">
      <dgm:prSet presAssocID="{B31ABE55-47D3-4913-9F63-48DE8405B9DC}" presName="hierChild2" presStyleCnt="0"/>
      <dgm:spPr/>
    </dgm:pt>
    <dgm:pt modelId="{F5C049FE-91EF-4835-9EEB-5CD9CA670E67}" type="pres">
      <dgm:prSet presAssocID="{42F26945-58BA-4518-8027-16A7DE4B991F}" presName="hierRoot1" presStyleCnt="0"/>
      <dgm:spPr/>
    </dgm:pt>
    <dgm:pt modelId="{26E72E4C-05DB-4C97-A028-A8C328070B92}" type="pres">
      <dgm:prSet presAssocID="{42F26945-58BA-4518-8027-16A7DE4B991F}" presName="composite" presStyleCnt="0"/>
      <dgm:spPr/>
    </dgm:pt>
    <dgm:pt modelId="{8195B20C-6F47-4E8D-9071-CC14A81196DA}" type="pres">
      <dgm:prSet presAssocID="{42F26945-58BA-4518-8027-16A7DE4B991F}" presName="background" presStyleLbl="node0" presStyleIdx="1" presStyleCnt="3"/>
      <dgm:spPr/>
    </dgm:pt>
    <dgm:pt modelId="{CC4E29F6-A948-4062-986D-5AACA42C94C3}" type="pres">
      <dgm:prSet presAssocID="{42F26945-58BA-4518-8027-16A7DE4B991F}" presName="text" presStyleLbl="fgAcc0" presStyleIdx="1" presStyleCnt="3">
        <dgm:presLayoutVars>
          <dgm:chPref val="3"/>
        </dgm:presLayoutVars>
      </dgm:prSet>
      <dgm:spPr/>
    </dgm:pt>
    <dgm:pt modelId="{B64EB174-8AF6-405A-AEEB-D40B642B0305}" type="pres">
      <dgm:prSet presAssocID="{42F26945-58BA-4518-8027-16A7DE4B991F}" presName="hierChild2" presStyleCnt="0"/>
      <dgm:spPr/>
    </dgm:pt>
    <dgm:pt modelId="{E88B90E1-23C7-4119-B42B-FB8D3F163EAA}" type="pres">
      <dgm:prSet presAssocID="{FDC6682F-8088-471C-8C9F-566230C6420E}" presName="hierRoot1" presStyleCnt="0"/>
      <dgm:spPr/>
    </dgm:pt>
    <dgm:pt modelId="{309EE40C-EA91-4792-9F1A-E92F720D3AB6}" type="pres">
      <dgm:prSet presAssocID="{FDC6682F-8088-471C-8C9F-566230C6420E}" presName="composite" presStyleCnt="0"/>
      <dgm:spPr/>
    </dgm:pt>
    <dgm:pt modelId="{BEB9E320-A0EE-4CB6-A591-D3072D496DEC}" type="pres">
      <dgm:prSet presAssocID="{FDC6682F-8088-471C-8C9F-566230C6420E}" presName="background" presStyleLbl="node0" presStyleIdx="2" presStyleCnt="3"/>
      <dgm:spPr/>
    </dgm:pt>
    <dgm:pt modelId="{B98C833F-3F4E-4C4D-A0AA-20CA593FCF9D}" type="pres">
      <dgm:prSet presAssocID="{FDC6682F-8088-471C-8C9F-566230C6420E}" presName="text" presStyleLbl="fgAcc0" presStyleIdx="2" presStyleCnt="3">
        <dgm:presLayoutVars>
          <dgm:chPref val="3"/>
        </dgm:presLayoutVars>
      </dgm:prSet>
      <dgm:spPr/>
    </dgm:pt>
    <dgm:pt modelId="{F3D68D4B-6799-4924-BB33-CA5075DA4416}" type="pres">
      <dgm:prSet presAssocID="{FDC6682F-8088-471C-8C9F-566230C6420E}" presName="hierChild2" presStyleCnt="0"/>
      <dgm:spPr/>
    </dgm:pt>
  </dgm:ptLst>
  <dgm:cxnLst>
    <dgm:cxn modelId="{E8055029-85F1-40B4-9D71-C3E1582AC193}" type="presOf" srcId="{FDC6682F-8088-471C-8C9F-566230C6420E}" destId="{B98C833F-3F4E-4C4D-A0AA-20CA593FCF9D}" srcOrd="0" destOrd="0" presId="urn:microsoft.com/office/officeart/2005/8/layout/hierarchy1"/>
    <dgm:cxn modelId="{51FA4463-785B-40F9-A33F-7D3FDB08B3FF}" type="presOf" srcId="{B31ABE55-47D3-4913-9F63-48DE8405B9DC}" destId="{79040167-C8CB-4F5F-9CDC-44564544C560}" srcOrd="0" destOrd="0" presId="urn:microsoft.com/office/officeart/2005/8/layout/hierarchy1"/>
    <dgm:cxn modelId="{59849663-5568-49F2-AC99-47ABDEA03CBB}" type="presOf" srcId="{D6D8F2AB-8BD8-4FF6-A7D8-D307FE047E11}" destId="{657C15C1-4F26-49F9-B89E-B48FA80E8559}" srcOrd="0" destOrd="0" presId="urn:microsoft.com/office/officeart/2005/8/layout/hierarchy1"/>
    <dgm:cxn modelId="{0382F149-3F04-436B-8ABE-7DFB2950E7B4}" type="presOf" srcId="{42F26945-58BA-4518-8027-16A7DE4B991F}" destId="{CC4E29F6-A948-4062-986D-5AACA42C94C3}" srcOrd="0" destOrd="0" presId="urn:microsoft.com/office/officeart/2005/8/layout/hierarchy1"/>
    <dgm:cxn modelId="{79AC5890-B1E4-4978-B9CC-58CDE6F9A95A}" srcId="{D6D8F2AB-8BD8-4FF6-A7D8-D307FE047E11}" destId="{B31ABE55-47D3-4913-9F63-48DE8405B9DC}" srcOrd="0" destOrd="0" parTransId="{85D9BDDC-2D48-47AD-90AA-CE577706BCF9}" sibTransId="{EB137522-635C-4AF8-A441-27656D9F3955}"/>
    <dgm:cxn modelId="{778949D9-2A64-4BBA-BF48-F5E76265306A}" srcId="{D6D8F2AB-8BD8-4FF6-A7D8-D307FE047E11}" destId="{FDC6682F-8088-471C-8C9F-566230C6420E}" srcOrd="2" destOrd="0" parTransId="{EC5CDBFA-A018-4BB7-8882-0F52A7FC7EFB}" sibTransId="{B2263ECD-5260-47DE-A98D-129ADD01F93E}"/>
    <dgm:cxn modelId="{C39DD7EF-44F6-4A29-93D2-FBB7F28F2970}" srcId="{D6D8F2AB-8BD8-4FF6-A7D8-D307FE047E11}" destId="{42F26945-58BA-4518-8027-16A7DE4B991F}" srcOrd="1" destOrd="0" parTransId="{7E4C2488-01E7-4B2C-A9F7-6CB57D435862}" sibTransId="{4BD19CA1-AD75-4886-95D4-9A58568B3014}"/>
    <dgm:cxn modelId="{BFC3D1B6-7261-48D2-B2A7-99DD9D6CB310}" type="presParOf" srcId="{657C15C1-4F26-49F9-B89E-B48FA80E8559}" destId="{B27A2383-5B6C-464B-986A-58E028CC17CB}" srcOrd="0" destOrd="0" presId="urn:microsoft.com/office/officeart/2005/8/layout/hierarchy1"/>
    <dgm:cxn modelId="{EFCBAE34-83CD-4941-B36B-CB37CB3AE4AA}" type="presParOf" srcId="{B27A2383-5B6C-464B-986A-58E028CC17CB}" destId="{41225AC9-1742-408C-8D5B-070A5EDDDB49}" srcOrd="0" destOrd="0" presId="urn:microsoft.com/office/officeart/2005/8/layout/hierarchy1"/>
    <dgm:cxn modelId="{3EC11017-3269-4DA3-82D3-300AB756FB78}" type="presParOf" srcId="{41225AC9-1742-408C-8D5B-070A5EDDDB49}" destId="{2126327B-273B-4A53-8B87-F85D9EB4891F}" srcOrd="0" destOrd="0" presId="urn:microsoft.com/office/officeart/2005/8/layout/hierarchy1"/>
    <dgm:cxn modelId="{4E8A3651-897B-402A-8E33-DF31F1A44862}" type="presParOf" srcId="{41225AC9-1742-408C-8D5B-070A5EDDDB49}" destId="{79040167-C8CB-4F5F-9CDC-44564544C560}" srcOrd="1" destOrd="0" presId="urn:microsoft.com/office/officeart/2005/8/layout/hierarchy1"/>
    <dgm:cxn modelId="{02850344-5D63-4A79-BB75-93A2F943F6EC}" type="presParOf" srcId="{B27A2383-5B6C-464B-986A-58E028CC17CB}" destId="{963CC448-FDC4-4BB9-BD9F-3D217D4BFC0F}" srcOrd="1" destOrd="0" presId="urn:microsoft.com/office/officeart/2005/8/layout/hierarchy1"/>
    <dgm:cxn modelId="{DEA02646-10FA-475F-B608-6E299FD0EB4B}" type="presParOf" srcId="{657C15C1-4F26-49F9-B89E-B48FA80E8559}" destId="{F5C049FE-91EF-4835-9EEB-5CD9CA670E67}" srcOrd="1" destOrd="0" presId="urn:microsoft.com/office/officeart/2005/8/layout/hierarchy1"/>
    <dgm:cxn modelId="{C4A1B12E-AFC3-4532-BE79-9BF19B79D6FE}" type="presParOf" srcId="{F5C049FE-91EF-4835-9EEB-5CD9CA670E67}" destId="{26E72E4C-05DB-4C97-A028-A8C328070B92}" srcOrd="0" destOrd="0" presId="urn:microsoft.com/office/officeart/2005/8/layout/hierarchy1"/>
    <dgm:cxn modelId="{11CAA5E2-5A65-4AC3-ACAA-7BBB529D8E3C}" type="presParOf" srcId="{26E72E4C-05DB-4C97-A028-A8C328070B92}" destId="{8195B20C-6F47-4E8D-9071-CC14A81196DA}" srcOrd="0" destOrd="0" presId="urn:microsoft.com/office/officeart/2005/8/layout/hierarchy1"/>
    <dgm:cxn modelId="{9B7D4FA4-5BEA-421F-9741-8E524A9D1218}" type="presParOf" srcId="{26E72E4C-05DB-4C97-A028-A8C328070B92}" destId="{CC4E29F6-A948-4062-986D-5AACA42C94C3}" srcOrd="1" destOrd="0" presId="urn:microsoft.com/office/officeart/2005/8/layout/hierarchy1"/>
    <dgm:cxn modelId="{05DE4CDE-0DFD-4162-BCB6-106C176CC900}" type="presParOf" srcId="{F5C049FE-91EF-4835-9EEB-5CD9CA670E67}" destId="{B64EB174-8AF6-405A-AEEB-D40B642B0305}" srcOrd="1" destOrd="0" presId="urn:microsoft.com/office/officeart/2005/8/layout/hierarchy1"/>
    <dgm:cxn modelId="{6D5E2166-6108-4155-8C95-BC92FFF3B99E}" type="presParOf" srcId="{657C15C1-4F26-49F9-B89E-B48FA80E8559}" destId="{E88B90E1-23C7-4119-B42B-FB8D3F163EAA}" srcOrd="2" destOrd="0" presId="urn:microsoft.com/office/officeart/2005/8/layout/hierarchy1"/>
    <dgm:cxn modelId="{F3B6C42A-79C1-4D23-BE22-A0C6258E0E63}" type="presParOf" srcId="{E88B90E1-23C7-4119-B42B-FB8D3F163EAA}" destId="{309EE40C-EA91-4792-9F1A-E92F720D3AB6}" srcOrd="0" destOrd="0" presId="urn:microsoft.com/office/officeart/2005/8/layout/hierarchy1"/>
    <dgm:cxn modelId="{19F2FC0F-4622-4933-A6F6-D9F2EBE27B70}" type="presParOf" srcId="{309EE40C-EA91-4792-9F1A-E92F720D3AB6}" destId="{BEB9E320-A0EE-4CB6-A591-D3072D496DEC}" srcOrd="0" destOrd="0" presId="urn:microsoft.com/office/officeart/2005/8/layout/hierarchy1"/>
    <dgm:cxn modelId="{294D47BB-D951-4D46-8261-EA3354576BF9}" type="presParOf" srcId="{309EE40C-EA91-4792-9F1A-E92F720D3AB6}" destId="{B98C833F-3F4E-4C4D-A0AA-20CA593FCF9D}" srcOrd="1" destOrd="0" presId="urn:microsoft.com/office/officeart/2005/8/layout/hierarchy1"/>
    <dgm:cxn modelId="{623BAA2A-62A3-4A47-B094-A1B8D07A564D}" type="presParOf" srcId="{E88B90E1-23C7-4119-B42B-FB8D3F163EAA}" destId="{F3D68D4B-6799-4924-BB33-CA5075DA44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41560-A70D-433E-A18C-7C10BFBF6561}">
      <dsp:nvSpPr>
        <dsp:cNvPr id="0" name=""/>
        <dsp:cNvSpPr/>
      </dsp:nvSpPr>
      <dsp:spPr>
        <a:xfrm>
          <a:off x="0" y="1891"/>
          <a:ext cx="10515600" cy="14182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400" kern="1200" dirty="0"/>
            <a:t>目的｜</a:t>
          </a:r>
          <a:r>
            <a:rPr lang="ja-JP" sz="2400" kern="1200" dirty="0"/>
            <a:t>運転の楽しさを伝えつつ色々ないい景色があることを伝える</a:t>
          </a:r>
          <a:endParaRPr lang="en-US" sz="2400" kern="1200" dirty="0"/>
        </a:p>
      </dsp:txBody>
      <dsp:txXfrm>
        <a:off x="69232" y="71123"/>
        <a:ext cx="10377136" cy="1279769"/>
      </dsp:txXfrm>
    </dsp:sp>
    <dsp:sp modelId="{2F9CF5F6-35C1-40BA-B283-7A78F8B6B8DB}">
      <dsp:nvSpPr>
        <dsp:cNvPr id="0" name=""/>
        <dsp:cNvSpPr/>
      </dsp:nvSpPr>
      <dsp:spPr>
        <a:xfrm>
          <a:off x="0" y="1432106"/>
          <a:ext cx="10515600" cy="14182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400" b="1" kern="1200" dirty="0"/>
            <a:t>背景</a:t>
          </a:r>
          <a:r>
            <a:rPr lang="ja-JP" sz="2400" kern="1200" dirty="0"/>
            <a:t>｜運転の楽しさを伝えたい</a:t>
          </a:r>
          <a:endParaRPr lang="en-US" sz="2400" kern="1200" dirty="0"/>
        </a:p>
      </dsp:txBody>
      <dsp:txXfrm>
        <a:off x="69232" y="1501338"/>
        <a:ext cx="10377136" cy="1279769"/>
      </dsp:txXfrm>
    </dsp:sp>
    <dsp:sp modelId="{85811196-029D-47BE-902F-D2C5078E5889}">
      <dsp:nvSpPr>
        <dsp:cNvPr id="0" name=""/>
        <dsp:cNvSpPr/>
      </dsp:nvSpPr>
      <dsp:spPr>
        <a:xfrm>
          <a:off x="0" y="2862320"/>
          <a:ext cx="10515600" cy="14182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400" b="1" kern="1200" dirty="0"/>
            <a:t>ターゲット</a:t>
          </a:r>
          <a:r>
            <a:rPr lang="ja-JP" sz="1400" kern="1200" dirty="0"/>
            <a:t>｜最近自動車に興味を持ち始めた人</a:t>
          </a:r>
          <a:endParaRPr lang="en-US" altLang="ja-JP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400" kern="1200" dirty="0"/>
            <a:t>免許をとってドライブに行きたい人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400" kern="1200" dirty="0"/>
            <a:t>景色みるのが好きな人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400" kern="1200" dirty="0"/>
            <a:t>写真撮影することが好きな人</a:t>
          </a:r>
          <a:endParaRPr lang="en-US" sz="1400" kern="1200" dirty="0"/>
        </a:p>
      </dsp:txBody>
      <dsp:txXfrm>
        <a:off x="69232" y="2931552"/>
        <a:ext cx="10377136" cy="1279769"/>
      </dsp:txXfrm>
    </dsp:sp>
    <dsp:sp modelId="{3834B7F2-095F-41BB-9917-94C2CA2F447A}">
      <dsp:nvSpPr>
        <dsp:cNvPr id="0" name=""/>
        <dsp:cNvSpPr/>
      </dsp:nvSpPr>
      <dsp:spPr>
        <a:xfrm>
          <a:off x="0" y="4280554"/>
          <a:ext cx="10515600" cy="68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6350" rIns="35560" bIns="6350" numCol="1" spcCol="1270" anchor="t" anchorCtr="0">
          <a:noAutofit/>
        </a:bodyPr>
        <a:lstStyle/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400" kern="1200" dirty="0"/>
        </a:p>
      </dsp:txBody>
      <dsp:txXfrm>
        <a:off x="0" y="4280554"/>
        <a:ext cx="10515600" cy="688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41560-A70D-433E-A18C-7C10BFBF6561}">
      <dsp:nvSpPr>
        <dsp:cNvPr id="0" name=""/>
        <dsp:cNvSpPr/>
      </dsp:nvSpPr>
      <dsp:spPr>
        <a:xfrm>
          <a:off x="0" y="1567269"/>
          <a:ext cx="10515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400" kern="1200" dirty="0"/>
            <a:t>目的｜</a:t>
          </a:r>
          <a:r>
            <a:rPr kumimoji="1" lang="ja-JP" altLang="en-US" sz="2400" kern="1200" dirty="0"/>
            <a:t>祖母の地元の祭りを知ってほしい</a:t>
          </a:r>
          <a:endParaRPr lang="en-US" sz="2400" kern="1200" dirty="0"/>
        </a:p>
      </dsp:txBody>
      <dsp:txXfrm>
        <a:off x="59399" y="1626668"/>
        <a:ext cx="10396802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6327B-273B-4A53-8B87-F85D9EB4891F}">
      <dsp:nvSpPr>
        <dsp:cNvPr id="0" name=""/>
        <dsp:cNvSpPr/>
      </dsp:nvSpPr>
      <dsp:spPr>
        <a:xfrm>
          <a:off x="0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40167-C8CB-4F5F-9CDC-44564544C560}">
      <dsp:nvSpPr>
        <dsp:cNvPr id="0" name=""/>
        <dsp:cNvSpPr/>
      </dsp:nvSpPr>
      <dsp:spPr>
        <a:xfrm>
          <a:off x="338137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600" kern="1200" dirty="0"/>
            <a:t>祭りの歴史</a:t>
          </a:r>
          <a:r>
            <a:rPr kumimoji="1" lang="ja-JP" altLang="en-US" sz="2600" kern="1200" dirty="0"/>
            <a:t>に</a:t>
          </a:r>
          <a:r>
            <a:rPr kumimoji="1" lang="ja-JP" sz="2600" kern="1200" dirty="0"/>
            <a:t>ついて</a:t>
          </a:r>
          <a:endParaRPr lang="en-US" sz="2600" kern="1200" dirty="0"/>
        </a:p>
      </dsp:txBody>
      <dsp:txXfrm>
        <a:off x="394737" y="1117886"/>
        <a:ext cx="2930037" cy="1819255"/>
      </dsp:txXfrm>
    </dsp:sp>
    <dsp:sp modelId="{8195B20C-6F47-4E8D-9071-CC14A81196DA}">
      <dsp:nvSpPr>
        <dsp:cNvPr id="0" name=""/>
        <dsp:cNvSpPr/>
      </dsp:nvSpPr>
      <dsp:spPr>
        <a:xfrm>
          <a:off x="3719512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E29F6-A948-4062-986D-5AACA42C94C3}">
      <dsp:nvSpPr>
        <dsp:cNvPr id="0" name=""/>
        <dsp:cNvSpPr/>
      </dsp:nvSpPr>
      <dsp:spPr>
        <a:xfrm>
          <a:off x="4057650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600" kern="1200" dirty="0"/>
            <a:t>製作中画像を一</a:t>
          </a:r>
          <a:r>
            <a:rPr kumimoji="1" lang="ja-JP" sz="2600" kern="1200" dirty="0"/>
            <a:t>、二枚ほど画像を</a:t>
          </a:r>
          <a:r>
            <a:rPr kumimoji="1" lang="ja-JP" altLang="en-US" sz="2600" kern="1200" dirty="0"/>
            <a:t>はる</a:t>
          </a:r>
          <a:endParaRPr lang="en-US" sz="2600" kern="1200" dirty="0"/>
        </a:p>
      </dsp:txBody>
      <dsp:txXfrm>
        <a:off x="4114250" y="1117886"/>
        <a:ext cx="2930037" cy="1819255"/>
      </dsp:txXfrm>
    </dsp:sp>
    <dsp:sp modelId="{BEB9E320-A0EE-4CB6-A591-D3072D496DEC}">
      <dsp:nvSpPr>
        <dsp:cNvPr id="0" name=""/>
        <dsp:cNvSpPr/>
      </dsp:nvSpPr>
      <dsp:spPr>
        <a:xfrm>
          <a:off x="7439025" y="740056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C833F-3F4E-4C4D-A0AA-20CA593FCF9D}">
      <dsp:nvSpPr>
        <dsp:cNvPr id="0" name=""/>
        <dsp:cNvSpPr/>
      </dsp:nvSpPr>
      <dsp:spPr>
        <a:xfrm>
          <a:off x="7777162" y="1061286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600" kern="1200" dirty="0"/>
            <a:t>祭り当日</a:t>
          </a:r>
          <a:r>
            <a:rPr kumimoji="1" lang="ja-JP" sz="2600" kern="1200" dirty="0"/>
            <a:t>写真もきさいする</a:t>
          </a:r>
          <a:r>
            <a:rPr kumimoji="1" lang="ja-JP" altLang="en-US" sz="2600" kern="1200" dirty="0"/>
            <a:t>（開催日、マップも）</a:t>
          </a:r>
          <a:endParaRPr lang="en-US" sz="2600" kern="1200" dirty="0"/>
        </a:p>
      </dsp:txBody>
      <dsp:txXfrm>
        <a:off x="7833762" y="1117886"/>
        <a:ext cx="2930037" cy="1819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B5035E-5771-29FC-B428-EE549934D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C38B37-2E13-0024-E265-E1AF820DD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09BDFB-07A9-98F0-1CE6-D2657C8C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893CB5-0DD1-D322-7F2D-8E7FCE3F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E270CB-2A22-70A2-9051-57FBF546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11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B5F24F-DCBF-31C3-BD43-E798E9D4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2D6AD7-0713-9328-A3A4-B2D659A97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CCC2B-FD21-897C-6B2B-EAA9142A8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6545C4-12B4-9E23-7087-779BD0A3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043560-398B-B77F-2A42-796F47A2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48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F71E6D-DA9D-E650-A282-07AA115C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DB401A-7C20-D927-E9AB-14289367C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586BE-A579-0F50-933E-35A45EC6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E1D5C9-F96E-A265-A7A3-945191FA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B85EBF-0B5E-D20B-8A53-D4C0C9A1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93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BE5AD5-278E-1137-8243-92E78CE0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991C3D-DB32-F97B-B099-C96F14825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C4B0EF-664B-9755-F58C-64B34DA8A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3C0AC1-822E-24C3-B27C-7E11A2D2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B8ECF6-F4BA-555F-0389-6A72A1F9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236C4D-59A4-381B-8983-76F618A2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721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49946-7904-D0FB-71C6-5C4EB47C0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0B8DCC-7A71-DBC6-43BC-D75F45202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59B2EC-83FF-7787-8E79-FEBE3C4A3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95E107-A778-2FD6-4DA4-A897713E3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2842B4-867B-66AE-0B6E-7B89B1D5D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C494DB2-3A36-8F94-5214-7D73B00C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F21D5C4-BBF2-7491-3283-A151A780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96B7951-DBAA-CEC6-0ABA-FCDE2989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95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FACA0B-FFE6-11CB-77CD-567CFBC7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905CC82-5E4C-73E3-079F-525E8BCCD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BB5C3E-1DC5-318F-B225-BF298134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DA1E283-63EE-1155-BDFA-4A35B21B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29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EB3DBA0-C018-EC52-ED59-999AC65F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53C320-CF46-6906-2BE4-1D04DEACC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C213E54-B539-AF10-32AE-5F7CBFDA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18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66F5A-8ABB-0D2B-D995-0C1C1FD4C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218691-873F-F3FB-7D5F-5DC941965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7907DD-C1E4-7F19-7AD6-9E3D680BC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E02747-9B86-2355-2439-0C04E03A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64EFB1-5F1A-F8B0-73F5-9E23790F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297618-A684-E87B-7AFB-C998ABD6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26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53FFDB-A4A1-3A78-3036-3D6ABF19D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8CD1C2F-029A-D5D3-CFD7-C757317BF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C68E16-F7D8-3311-5383-7F9CCE29D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885373-7D58-68D7-E763-D8A92511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72155A-84F7-6714-FC35-8766C147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DFADAB-CBC1-07C3-0F6E-11561289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6556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429723-87DD-C280-DF61-7E774A68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71570F-86E5-0D2C-EF26-32005BAD9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65679-E5CD-CE05-ACC1-8697642C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D9A804-BDE6-778A-212F-62DAF453B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0B6E8-37EA-FA49-AEC6-C6AF72A7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27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3D9884A-0232-DFE0-AA8E-BF8ACE341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33EB8C-7058-74D3-5410-84914617F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EA84E6-D3FA-F9EF-C647-2D5661F7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141BA2-15D6-C6F6-14EB-517792EC1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28A047-814B-5954-CA82-FBB6132B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20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E1BDE9E-F243-2401-C9F9-3DF620781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55996A-0452-09BE-1B11-B5CB4A322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DC430B-C6CC-A062-DE1B-92044FBB1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F6F3A-4B5D-4522-9C07-38EE3AD55C4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F726B9-339A-F195-D70B-279527A30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FBA974-5423-887C-7DBD-49BC4F2CC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BE2BA-09AC-4880-B755-E47BCAAE9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98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CFAF8-2DEF-C39C-CFFC-88738FAC4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卒業制作ゼミ　中間発表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5164BC0-718D-501F-7C6F-57627EB767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ja-JP" sz="2400" dirty="0"/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WEB</a:t>
            </a:r>
            <a:r>
              <a:rPr lang="ja-JP" altLang="en-US" sz="2400" dirty="0"/>
              <a:t>クリエイター学科　</a:t>
            </a:r>
            <a:r>
              <a:rPr kumimoji="1" lang="en-US" altLang="ja-JP" sz="2400" dirty="0"/>
              <a:t>25063</a:t>
            </a:r>
            <a:r>
              <a:rPr kumimoji="1" lang="ja-JP" altLang="en-US" sz="2400" dirty="0"/>
              <a:t>　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新野　浩斗</a:t>
            </a:r>
          </a:p>
        </p:txBody>
      </p:sp>
    </p:spTree>
    <p:extLst>
      <p:ext uri="{BB962C8B-B14F-4D97-AF65-F5344CB8AC3E}">
        <p14:creationId xmlns:p14="http://schemas.microsoft.com/office/powerpoint/2010/main" val="252738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7B146A-4665-502B-4C57-9C665B5B7CDA}"/>
              </a:ext>
            </a:extLst>
          </p:cNvPr>
          <p:cNvSpPr txBox="1"/>
          <p:nvPr/>
        </p:nvSpPr>
        <p:spPr>
          <a:xfrm>
            <a:off x="256032" y="283464"/>
            <a:ext cx="1618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目次</a:t>
            </a:r>
            <a:endParaRPr kumimoji="1" lang="ja-JP" altLang="en-US" sz="4400" b="1" dirty="0">
              <a:solidFill>
                <a:schemeClr val="accent1">
                  <a:lumMod val="60000"/>
                  <a:lumOff val="4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DA98EDB-554F-FDAB-C265-7B71BDDA96F0}"/>
              </a:ext>
            </a:extLst>
          </p:cNvPr>
          <p:cNvSpPr txBox="1"/>
          <p:nvPr/>
        </p:nvSpPr>
        <p:spPr>
          <a:xfrm>
            <a:off x="4110632" y="1443640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 b="1" dirty="0">
                <a:latin typeface="Cambria Math" panose="02040503050406030204" pitchFamily="18" charset="0"/>
                <a:ea typeface="BIZ UD明朝 Medium" panose="02020500000000000000" pitchFamily="17" charset="-128"/>
              </a:rPr>
              <a:t>テーマ</a:t>
            </a:r>
            <a:endParaRPr kumimoji="1" lang="en-US" altLang="ja-JP" sz="4800" b="1" dirty="0">
              <a:latin typeface="Cambria Math" panose="02040503050406030204" pitchFamily="18" charset="0"/>
              <a:ea typeface="BIZ UD明朝 Medium" panose="02020500000000000000" pitchFamily="17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82C95DC-ACF4-3CB4-22D7-B431A61EA84A}"/>
              </a:ext>
            </a:extLst>
          </p:cNvPr>
          <p:cNvSpPr txBox="1"/>
          <p:nvPr/>
        </p:nvSpPr>
        <p:spPr>
          <a:xfrm>
            <a:off x="2140127" y="2532888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目的</a:t>
            </a:r>
            <a:r>
              <a:rPr kumimoji="1" lang="ja-JP" altLang="en-US" sz="4800" dirty="0"/>
              <a:t>・</a:t>
            </a:r>
            <a:r>
              <a:rPr kumimoji="1" lang="ja-JP" altLang="en-US" sz="48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背景・ターゲット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234EC88-A087-CE3D-9C2F-72F964EA0CAA}"/>
              </a:ext>
            </a:extLst>
          </p:cNvPr>
          <p:cNvSpPr txBox="1"/>
          <p:nvPr/>
        </p:nvSpPr>
        <p:spPr>
          <a:xfrm>
            <a:off x="3935760" y="4365104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今後の流れ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29A8EA4-07BA-BD21-4F7F-8286366B7CEA}"/>
              </a:ext>
            </a:extLst>
          </p:cNvPr>
          <p:cNvSpPr txBox="1"/>
          <p:nvPr/>
        </p:nvSpPr>
        <p:spPr>
          <a:xfrm>
            <a:off x="4007768" y="342900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作品概要</a:t>
            </a:r>
            <a:endParaRPr kumimoji="1" lang="ja-JP" altLang="en-US" sz="4800" b="1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996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FEB10D-F838-DC6D-567A-76AA421A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テーマ１</a:t>
            </a:r>
            <a:br>
              <a:rPr kumimoji="1" lang="en-US" altLang="ja-JP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kumimoji="1" lang="ja-JP" alt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「ドライブスポットと九州の夜景」について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30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9393F6-F487-0994-67BC-BBFB6087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目的・背景・ターゲット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7EA7BB6A-2394-9301-DBB8-0F6AC4E07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504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6051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FBCC10-82DE-D494-4E8B-FEBB28C31242}"/>
              </a:ext>
            </a:extLst>
          </p:cNvPr>
          <p:cNvSpPr txBox="1"/>
          <p:nvPr/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作品概要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B3B9C5-8576-D803-BE3A-B5445673A5C5}"/>
              </a:ext>
            </a:extLst>
          </p:cNvPr>
          <p:cNvSpPr txBox="1"/>
          <p:nvPr/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200"/>
              <a:t>紹介</a:t>
            </a:r>
            <a:r>
              <a:rPr kumimoji="1" lang="ja-JP" altLang="en-US" sz="2200"/>
              <a:t>するスポット数は全で６つ</a:t>
            </a:r>
            <a:endParaRPr kumimoji="1" lang="en-US" altLang="ja-JP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200"/>
              <a:t>紹介する場所は</a:t>
            </a:r>
            <a:endParaRPr lang="en-US" altLang="ja-JP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2200"/>
              <a:t>・糸島（白糸の滝、森のカフェ）</a:t>
            </a:r>
            <a:endParaRPr kumimoji="1" lang="en-US" altLang="ja-JP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200"/>
              <a:t>・熊本（大観峰、草千里）</a:t>
            </a:r>
            <a:endParaRPr lang="en-US" altLang="ja-JP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2200"/>
              <a:t>・熊本（草千里）</a:t>
            </a:r>
            <a:endParaRPr kumimoji="1" lang="en-US" altLang="ja-JP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2200"/>
              <a:t>・福岡（愛）</a:t>
            </a:r>
            <a:endParaRPr kumimoji="1" lang="en-US" altLang="ja-JP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200"/>
              <a:t>・福岡（米の山展望台）</a:t>
            </a:r>
            <a:endParaRPr lang="en-US" altLang="ja-JP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2200"/>
              <a:t>・大分（十文字展望台）</a:t>
            </a:r>
          </a:p>
        </p:txBody>
      </p:sp>
    </p:spTree>
    <p:extLst>
      <p:ext uri="{BB962C8B-B14F-4D97-AF65-F5344CB8AC3E}">
        <p14:creationId xmlns:p14="http://schemas.microsoft.com/office/powerpoint/2010/main" val="196422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C22E5F1-BC77-90C6-5545-AA94C3311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10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722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 descr="カレンダー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CBA9765-05C2-68E9-D291-0E7415273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657" y="643467"/>
            <a:ext cx="371868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86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FEB10D-F838-DC6D-567A-76AA421A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テーマ</a:t>
            </a:r>
            <a:r>
              <a:rPr lang="en-US" altLang="ja-JP" sz="6100" dirty="0"/>
              <a:t>2</a:t>
            </a:r>
            <a:br>
              <a:rPr kumimoji="1" lang="en-US" altLang="ja-JP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kumimoji="1" lang="ja-JP" alt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「</a:t>
            </a:r>
            <a:r>
              <a:rPr lang="ja-JP" altLang="en-US" sz="6100" dirty="0"/>
              <a:t>江ノ浦町祇園祭</a:t>
            </a:r>
            <a:r>
              <a:rPr kumimoji="1" lang="ja-JP" alt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」について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59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9A0B-5E7E-BF7B-92E0-4BCBFF67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7F56E-FFA8-79B5-0884-C610FD88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目的</a:t>
            </a:r>
            <a:endParaRPr kumimoji="1" lang="ja-JP" altLang="en-US" dirty="0"/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4D6C62E4-DA94-E984-E0B2-BA19667E4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0655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7913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44BF5-50C1-0A39-A8B5-F447D8CFF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2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070465-2CA6-B830-C71D-1C1A4E1FC66A}"/>
              </a:ext>
            </a:extLst>
          </p:cNvPr>
          <p:cNvSpPr txBox="1"/>
          <p:nvPr/>
        </p:nvSpPr>
        <p:spPr>
          <a:xfrm>
            <a:off x="1143000" y="990599"/>
            <a:ext cx="99060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作品概要</a:t>
            </a:r>
            <a:endParaRPr kumimoji="1" lang="ja-JP" altLang="en-US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7DF941-B92D-548D-66A6-3CC2F7621E96}"/>
              </a:ext>
            </a:extLst>
          </p:cNvPr>
          <p:cNvSpPr txBox="1"/>
          <p:nvPr/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sz="2200" dirty="0"/>
          </a:p>
        </p:txBody>
      </p:sp>
      <p:graphicFrame>
        <p:nvGraphicFramePr>
          <p:cNvPr id="20" name="テキスト ボックス 1">
            <a:extLst>
              <a:ext uri="{FF2B5EF4-FFF2-40B4-BE49-F238E27FC236}">
                <a16:creationId xmlns:a16="http://schemas.microsoft.com/office/drawing/2014/main" id="{D963F67D-5FB7-5EAD-4DC0-99487D9622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1810166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319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379512-BF33-DACE-D0D2-6349D139CE6E}"/>
              </a:ext>
            </a:extLst>
          </p:cNvPr>
          <p:cNvSpPr txBox="1"/>
          <p:nvPr/>
        </p:nvSpPr>
        <p:spPr>
          <a:xfrm>
            <a:off x="823442" y="921715"/>
            <a:ext cx="5163022" cy="26359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今後の流れ</a:t>
            </a:r>
            <a:endParaRPr kumimoji="1" lang="en-US" altLang="ja-JP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7D1ED10-2B62-7A77-F6FE-E562CB399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0" y="30829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2FB2994E-2823-E6A9-3D24-7D9744E10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377997"/>
              </p:ext>
            </p:extLst>
          </p:nvPr>
        </p:nvGraphicFramePr>
        <p:xfrm>
          <a:off x="7067752" y="1205666"/>
          <a:ext cx="4175334" cy="4068669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087667">
                  <a:extLst>
                    <a:ext uri="{9D8B030D-6E8A-4147-A177-3AD203B41FA5}">
                      <a16:colId xmlns:a16="http://schemas.microsoft.com/office/drawing/2014/main" val="744022411"/>
                    </a:ext>
                  </a:extLst>
                </a:gridCol>
                <a:gridCol w="2087667">
                  <a:extLst>
                    <a:ext uri="{9D8B030D-6E8A-4147-A177-3AD203B41FA5}">
                      <a16:colId xmlns:a16="http://schemas.microsoft.com/office/drawing/2014/main" val="3153075537"/>
                    </a:ext>
                  </a:extLst>
                </a:gridCol>
              </a:tblGrid>
              <a:tr h="806889">
                <a:tc grid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ja-JP" altLang="en-US" sz="45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スケジュール</a:t>
                      </a:r>
                      <a:endParaRPr lang="ja-JP" altLang="en-US" sz="4500" b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2484" marR="92484" marT="46242" marB="46242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799066"/>
                  </a:ext>
                </a:extLst>
              </a:tr>
              <a:tr h="18823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ja-JP" altLang="en-US" sz="3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６月末～７月</a:t>
                      </a:r>
                      <a:endParaRPr lang="ja-JP" altLang="en-US" sz="33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6619" marR="176619" marT="254331" marB="8831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ja-JP" altLang="en-US" sz="3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撮影・編集</a:t>
                      </a:r>
                      <a:endParaRPr lang="en-US" altLang="ja-JP" sz="3300" b="0" u="none" strike="noStrike" cap="none" spc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rtl="0" fontAlgn="t">
                        <a:buNone/>
                      </a:pPr>
                      <a:endParaRPr lang="ja-JP" altLang="en-US" sz="33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6619" marR="176619" marT="254331" marB="88310"/>
                </a:tc>
                <a:extLst>
                  <a:ext uri="{0D108BD9-81ED-4DB2-BD59-A6C34878D82A}">
                    <a16:rowId xmlns:a16="http://schemas.microsoft.com/office/drawing/2014/main" val="436921583"/>
                  </a:ext>
                </a:extLst>
              </a:tr>
              <a:tr h="137943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ja-JP" altLang="en-US" sz="3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８月～９月</a:t>
                      </a:r>
                      <a:endParaRPr lang="ja-JP" altLang="en-US" sz="33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6619" marR="176619" marT="254331" marB="8831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ja-JP" altLang="en-US" sz="3300" cap="none" spc="0">
                          <a:solidFill>
                            <a:schemeClr val="bg1"/>
                          </a:solidFill>
                          <a:effectLst/>
                        </a:rPr>
                        <a:t>ページの作成</a:t>
                      </a:r>
                    </a:p>
                  </a:txBody>
                  <a:tcPr marL="176619" marR="176619" marT="254331" marB="88310"/>
                </a:tc>
                <a:extLst>
                  <a:ext uri="{0D108BD9-81ED-4DB2-BD59-A6C34878D82A}">
                    <a16:rowId xmlns:a16="http://schemas.microsoft.com/office/drawing/2014/main" val="314416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54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AD1275B-FB25-BD56-B9D2-E66DD5FF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ご清聴ありがとうございました。</a:t>
            </a:r>
            <a:endParaRPr kumimoji="1" lang="en-US" altLang="ja-JP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259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62A913D-EFD3-3B2E-427D-08FE0C49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3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質疑応答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44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D753AFEC8D8844AA1865EF763A69678" ma:contentTypeVersion="5" ma:contentTypeDescription="新しいドキュメントを作成します。" ma:contentTypeScope="" ma:versionID="a30077aa418dc0795f984f4fe49cb668">
  <xsd:schema xmlns:xsd="http://www.w3.org/2001/XMLSchema" xmlns:xs="http://www.w3.org/2001/XMLSchema" xmlns:p="http://schemas.microsoft.com/office/2006/metadata/properties" xmlns:ns3="3914f22b-4c8e-4d50-bd44-bd07b7238400" targetNamespace="http://schemas.microsoft.com/office/2006/metadata/properties" ma:root="true" ma:fieldsID="13d3406e4472bc7487f3463fafa50dca" ns3:_="">
    <xsd:import namespace="3914f22b-4c8e-4d50-bd44-bd07b723840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14f22b-4c8e-4d50-bd44-bd07b723840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914f22b-4c8e-4d50-bd44-bd07b723840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DE1432-1415-4049-AA1A-4473AEF10A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14f22b-4c8e-4d50-bd44-bd07b72384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39F9E3-86A1-43D2-91D2-8FC33AEBE613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  <ds:schemaRef ds:uri="3914f22b-4c8e-4d50-bd44-bd07b7238400"/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5E15457-4657-4F04-955B-22F0EDA97F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231</Words>
  <Application>Microsoft Office PowerPoint</Application>
  <PresentationFormat>ワイド画面</PresentationFormat>
  <Paragraphs>41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1" baseType="lpstr">
      <vt:lpstr>BIZ UDPゴシック</vt:lpstr>
      <vt:lpstr>BIZ UD明朝 Medium</vt:lpstr>
      <vt:lpstr>游ゴシック</vt:lpstr>
      <vt:lpstr>游ゴシック Light</vt:lpstr>
      <vt:lpstr>Arial</vt:lpstr>
      <vt:lpstr>Calibri</vt:lpstr>
      <vt:lpstr>Cambria Math</vt:lpstr>
      <vt:lpstr>Office テーマ</vt:lpstr>
      <vt:lpstr>卒業制作ゼミ　中間発表</vt:lpstr>
      <vt:lpstr>PowerPoint プレゼンテーション</vt:lpstr>
      <vt:lpstr>テーマ１ 「ドライブスポットと九州の夜景」について</vt:lpstr>
      <vt:lpstr>目的・背景・ターゲット</vt:lpstr>
      <vt:lpstr>PowerPoint プレゼンテーション</vt:lpstr>
      <vt:lpstr>PowerPoint プレゼンテーション</vt:lpstr>
      <vt:lpstr>PowerPoint プレゼンテーション</vt:lpstr>
      <vt:lpstr>テーマ2 「江ノ浦町祇園祭」について</vt:lpstr>
      <vt:lpstr>目的</vt:lpstr>
      <vt:lpstr>PowerPoint プレゼンテーション</vt:lpstr>
      <vt:lpstr>PowerPoint プレゼンテーション</vt:lpstr>
      <vt:lpstr>ご清聴ありがとうございました。</vt:lpstr>
      <vt:lpstr>質疑応答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新野　浩斗</dc:creator>
  <cp:lastModifiedBy>新野　浩斗</cp:lastModifiedBy>
  <cp:revision>3</cp:revision>
  <dcterms:created xsi:type="dcterms:W3CDTF">2026-07-03T02:57:57Z</dcterms:created>
  <dcterms:modified xsi:type="dcterms:W3CDTF">2026-07-06T06:09:35Z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0x010100FD753AFEC8D8844AA1865EF763A69678</vt:lpwstr>
  </property>
</Properties>
</file>